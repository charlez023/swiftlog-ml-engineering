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SwiftLog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Machine Learning for Logistics Prediction and Supply Chain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Educational prototype; not a production deployment.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Business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Explore whether available logistics data can support earlier review of delivery delays, product returns, product demand, and customer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Prepare the data, engineer useful features, compare algorithms, evaluate results, interpret limitations, and demonstrate predictions in a simple app.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Customers, Orders, Order Items, Products, Shipments, Delivery Performance, Returns, Warehouses, Inventory, Employees, and Suppliers.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Reviewed row counts, missing cells, and duplicates; standardized text; joined related tables; and saved cleaned and task-specific feature datasets.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1: delivery delay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DelayDays greater than zero. Predictors include available warehouse, location, customer-city, and order-date information. DelayDays itself is excluded from the inputs.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2: product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order appears in the Returns table. Predictors include available order timing, city, and item-level aggregates.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3: weekly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product units per week. Features use prior-week demand, demand four weeks earlier, and a rolling average of prior weeks.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4: 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customer revenue in the next month. Features summarize the preceding three months of purchasing activity.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Algorithms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Compared classification and regression algorithms using held-out evaluation. Classification uses accuracy, precision, recall, F1, and ROC-AUC where available; regression uses MAE, RMSE, and R-squared.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Delivery delay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Selected: Random Forest (tuned) | Accuracy 0.852 | Precision 0.879 | Recall 0.964 | F1 0.920 | ROC-AUC 0.506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ROC-AUC near 0.5 means weak class discrimination despite a high F1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Return prediction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Selected: Decision Tree | Accuracy 0.424 | Precision 0.086 | Recall 0.526 | F1 0.148 | ROC-AUC 0.478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ROC-AUC near 0.5 means the current features do not reliably separate returned and non-returned orders.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Regression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Selected: Random Forest Regressor (tuned) | MAE 6.53 | RMSE 8.07 | R-squared -0.012</a:t>
            </a:r>
          </a:p>
          <a:p>
            <a:r>
              <a:t>Selected: Linear Regression | MAE 2990.71 | RMSE 3757.00 | R-squared -0.069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Negative R-squared means performance is worse than a simple mean baseline on the held-out period.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Business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Improve delivery timestamps, reconcile status and delay fields, link suppliers to relevant records, collect inventory snapshots, and define consistent return labels.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Conclusion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The workflow and demo app form an educational prototype. Collect more history, improve predictors, validate on future periods, and require human review before operational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