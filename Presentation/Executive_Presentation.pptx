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SwiftLog Logistics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3303E"/>
                </a:solidFill>
              </a:defRPr>
            </a:pPr>
            <a:r>
              <a:t>Machine Learning for Logistics Prediction and Supply Chain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864"/>
                </a:solidFill>
              </a:defRPr>
            </a:pPr>
            <a:r>
              <a:t>Educational prototype; not a production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SwiftLog ML05 | Week 5 | 01/15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3303E"/>
                </a:solidFill>
              </a:defRPr>
            </a:pPr>
            <a:r>
              <a:t>Explore whether available logistics data can support earlier review of delivery delays, product returns, product demand, and customer revenue.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SwiftLog ML05 | Week 5 | 02/15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3303E"/>
                </a:solidFill>
              </a:defRPr>
            </a:pPr>
            <a:r>
              <a:t>Prepare the data, engineer useful features, compare algorithms, evaluate results, interpret limitations, and demonstrate predictions in a simple app.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SwiftLog ML05 | Week 5 | 03/15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3303E"/>
                </a:solidFill>
              </a:defRPr>
            </a:pPr>
            <a:r>
              <a:t>Customers, Orders, Order Items, Products, Shipments, Delivery Performance, Returns, Warehouses, Inventory, Employees, and Suppliers.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SwiftLog ML05 | Week 5 | 04/15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3303E"/>
                </a:solidFill>
              </a:defRPr>
            </a:pPr>
            <a:r>
              <a:t>Reviewed row counts, missing cells, and duplicates; standardized text; joined related tables; and saved cleaned and task-specific feature datasets.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SwiftLog ML05 | Week 5 | 05/15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Task 1: delivery delay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3303E"/>
                </a:solidFill>
              </a:defRPr>
            </a:pPr>
            <a:r>
              <a:t>Target: DelayDays greater than zero. Predictors include warehouse, location, customer city, and order-date parts. DelayDays itself is excluded from the inputs.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SwiftLog ML05 | Week 5 | 06/15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Task 2: product 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3303E"/>
                </a:solidFill>
              </a:defRPr>
            </a:pPr>
            <a:r>
              <a:t>Target: order appears in the Returns table. Predictors include order timing, city, and item-level aggregates available from the order.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SwiftLog ML05 | Week 5 | 07/15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Task 3: weekly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3303E"/>
                </a:solidFill>
              </a:defRPr>
            </a:pPr>
            <a:r>
              <a:t>Target: product units per week. Features use prior-week demand, demand four weeks earlier, and a rolling average of the four previous weeks.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SwiftLog ML05 | Week 5 | 08/15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Task 4: customer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3303E"/>
                </a:solidFill>
              </a:defRPr>
            </a:pPr>
            <a:r>
              <a:t>Target: customer revenue in the next month. Features summarize the preceding three months of purchasing activity.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SwiftLog ML05 | Week 5 | 09/15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Algorithms and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3303E"/>
                </a:solidFill>
              </a:defRPr>
            </a:pPr>
            <a:r>
              <a:t>Compared Logistic Regression, Decision Tree, and Random Forest for classification; Linear Regression, Decision Tree Regressor, and Random Forest Regressor for regression.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SwiftLog ML05 | Week 5 |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Delivery delay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3303E"/>
                </a:solidFill>
              </a:defRPr>
            </a:pPr>
            <a:r>
              <a:t>Selected: Random Forest (tuned) | F1 0.904 | ROC-AUC 0.496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864"/>
                </a:solidFill>
              </a:defRPr>
            </a:pPr>
            <a:r>
              <a:t>ROC-AUC near 0.5 means weak class discrimination despite the high F1 score.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SwiftLog ML05 | Week 5 |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Return prediction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3303E"/>
                </a:solidFill>
              </a:defRPr>
            </a:pPr>
            <a:r>
              <a:t>Selected: Decision Tree | F1 0.161 | ROC-AUC 0.481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864"/>
                </a:solidFill>
              </a:defRPr>
            </a:pPr>
            <a:r>
              <a:t>ROC-AUC near 0.5 means the current features do not reliably separate returned and non-returned orders.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SwiftLog ML05 | Week 5 |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Regression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3303E"/>
                </a:solidFill>
              </a:defRPr>
            </a:pPr>
            <a:r>
              <a:t>Selected: Random Forest Regressor (tuned) | MAE 6.40 | RMSE 7.96 | R-squared -0.028</a:t>
            </a:r>
          </a:p>
          <a:p>
            <a:r>
              <a:t>Selected: Linear Regression | MAE 3160.40 | RMSE 4082.08 | R-squared 0.001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864"/>
                </a:solidFill>
              </a:defRPr>
            </a:pPr>
            <a:r>
              <a:t>Negative R-squared means performance is worse than a simple mean baseline on the held-out period.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SwiftLog ML05 | Week 5 |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3303E"/>
                </a:solidFill>
              </a:defRPr>
            </a:pPr>
            <a:r>
              <a:t>Improve delivery timestamps, reconcile status and delay fields, link suppliers to shipments, collect inventory snapshots, and define consistent return labels.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SwiftLog ML05 | Week 5 | 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3303E"/>
                </a:solidFill>
              </a:defRPr>
            </a:pPr>
            <a:r>
              <a:t>The workflow and demo app are complete as a prototype. Collect more history, improve predictors, validate on future periods, and require human review before operational 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SwiftLog ML05 | Week 5 | 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